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37160" cy="3840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280160"/>
            <a:ext cx="34747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PROYEK PENGEMBANGAN DASHBOARD 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Smart Quality Control Dashboard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  <a:latin typeface="Plus Jakarta Sans"/>
              </a:defRPr>
            </a:pPr>
            <a:r>
              <a:t>Sistem Deteksi Cacat Barang Berbasis Real-Time Data Streaming &amp; Mobile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389120"/>
            <a:ext cx="96012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57200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Plus Jakarta Sans"/>
              </a:defRPr>
            </a:pPr>
            <a:r>
              <a:t>Topik Tugas: Visualisasi Data • Web Dashboard • Mobile Monitoring • Real-time Data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Plus Jakarta Sans"/>
              </a:defRPr>
            </a:pPr>
            <a:r>
              <a:t>Tools Implementasi: Google Firebase Cloud DB • Node-RED Dashboard • ESP32 • Chart.js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Latar Belakang &amp; Tantangan Quality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28800"/>
            <a:ext cx="731520" cy="7315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Tantangan QC Manual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Rentan human-error akibat kelelahan operator</a:t>
            </a:r>
            <a:br/>
            <a:r>
              <a:t>• Proses inspeksi lambat &amp; menghambat kecepatan produksi</a:t>
            </a:r>
            <a:br/>
            <a:r>
              <a:t>• Data cacat tidak terekam otomatis (pencatatan manual di kertas)</a:t>
            </a:r>
            <a:br/>
            <a:r>
              <a:t>• Sulit melacak tren kerusakan secara real-time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0016" y="1828800"/>
            <a:ext cx="73152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74320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Kebutuhan Otomasi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Sistem inspeksi berkecepatan tinggi tanpa sentuh</a:t>
            </a:r>
            <a:br/>
            <a:r>
              <a:t>• Pengambilan keputusan lolos/cacat otomatis dalam milidetik</a:t>
            </a:r>
            <a:br/>
            <a:r>
              <a:t>• Akses pemantauan jarak jauh (Web &amp; Mobile)</a:t>
            </a:r>
            <a:br/>
            <a:r>
              <a:t>• Pelaporan data historis otomatis untuk audit kualitas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55448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94192" y="1828800"/>
            <a:ext cx="731520" cy="731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74320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Solusi IoT Kami</a:t>
            </a:r>
          </a:p>
          <a:p>
            <a:pPr>
              <a:spcBef>
                <a:spcPts val="1000"/>
              </a:spcBef>
              <a:defRPr sz="1200">
                <a:solidFill>
                  <a:srgbClr val="475569"/>
                </a:solidFill>
              </a:defRPr>
            </a:pPr>
            <a:r>
              <a:t>• Node sensor cerdas berbasis ESP32</a:t>
            </a:r>
            <a:br/>
            <a:r>
              <a:t>• Klasifikasi kondisi barang (Pass / Defect) otomatis</a:t>
            </a:r>
            <a:br/>
            <a:r>
              <a:t>• Dashboard Web modern dengan visualisasi interaktif &amp; audio alarm</a:t>
            </a:r>
            <a:br/>
            <a:r>
              <a:t>• Fitur Simulator terintegrasi untuk pengujian fleksibel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Tujuan &amp; Ruang Lingkup Proyek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Data Visualization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Menampilkan data telemetri sensor dan rasio kualitas secara grafis menggunakan Chart.js (Grafik Donut &amp; Garis Fluktuasi Sinyal).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109728" cy="2103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Web Dashboard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Membangun antarmuka kontrol terpusat dengan indikator KPI Throughput, Yield Rate, Laju Kecepatan, dan Log Riwayat.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9728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Mobile Monitoring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Desain antarmuka responsif yang dapat diakses dengan mulus melalui perangkat smartphone / tablet operator.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109728" cy="2103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Real-Time Streaming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Pengiriman data instan dari node mikrokontroler ESP32 via protokol jaringan HTTP/REST API tanpa refresh halaman.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Arsitektur Sistem End-to-End (3-Tier Layer)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PERCEPTION LAYER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Sensor &amp; Node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Sensor Pendeteksi (Ultrasonik / Infrared)</a:t>
            </a:r>
            <a:br/>
            <a:r>
              <a:t>• Mikrokontroler ESP32 240MHz</a:t>
            </a:r>
            <a:br/>
            <a:r>
              <a:t>• Indikator Lokal (LED Alert &amp; Buzzer)</a:t>
            </a:r>
            <a:br/>
            <a:r>
              <a:t>• Logika Edge Classification Pass/Defect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554480"/>
            <a:ext cx="3429000" cy="10058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916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NETWORK LAYER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Transmisi &amp; Komunikasi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74320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Koneksi Jaringan WiFi 802.11 b/g/n</a:t>
            </a:r>
            <a:br/>
            <a:r>
              <a:t>• Protokol REST API (HTTP POST)</a:t>
            </a:r>
            <a:br/>
            <a:r>
              <a:t>• Payload Format JSON Terstruktur</a:t>
            </a:r>
            <a:br/>
            <a:r>
              <a:t>• Latensi Rendah (&lt; 50ms)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55448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10144" y="1554480"/>
            <a:ext cx="342900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69164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APPLICATION LAYER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Dashboard &amp; Visualisasi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743200"/>
            <a:ext cx="2880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• Web &amp; Mobile Dashboard (HTML5, Tailwind)</a:t>
            </a:r>
            <a:br/>
            <a:r>
              <a:t>• Real-Time Chart.js Visualizer</a:t>
            </a:r>
            <a:br/>
            <a:r>
              <a:t>• Simulator Engine &amp; Haptic Audio API</a:t>
            </a:r>
            <a:br/>
            <a:r>
              <a:t>• Riwayat Log, Pagination &amp; Export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Implementasi Hardware &amp; Konfigurasi Pinout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Komponen Hardware Utama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1. ESP32 NodeMCU Development Board</a:t>
            </a:r>
            <a:br/>
            <a:r>
              <a:t>   Mikrokontroler dengan modul WiFi terintegrasi untuk membaca sensor dan mengirim data HTTP POST.</a:t>
            </a:r>
            <a:br/>
            <a:br/>
            <a:r>
              <a:t>2. Sensor Deteksi Kualitas</a:t>
            </a:r>
            <a:br/>
            <a:r>
              <a:t>   • Sensor Ultrasonik HC-SR04: Deteksi cacat dimensi/ketinggian barang dalam satuan cm.</a:t>
            </a:r>
            <a:br/>
            <a:r>
              <a:t>   • ATAU Sensor Infrared TCRT5000: Deteksi cacat pantulan optik/warna/lubang.</a:t>
            </a:r>
            <a:br/>
            <a:br/>
            <a:r>
              <a:t>3. Skema Direct Connection (Praktis):</a:t>
            </a:r>
            <a:br/>
            <a:r>
              <a:t>   Hanya butuh 4 kabel jumper Female-to-Female langsung tanpa wajib breadboard!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Tabel Skema Sambungan Kabel (Pinout)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A. Pinout Sensor Ultrasonik HC-SR04:</a:t>
            </a:r>
            <a:br/>
            <a:r>
              <a:t>   • VCC Sensor  ➔  Pin 5V / VIN ESP32</a:t>
            </a:r>
            <a:br/>
            <a:r>
              <a:t>   • GND Sensor  ➔  Pin GND ESP32</a:t>
            </a:r>
            <a:br/>
            <a:r>
              <a:t>   • Trig Pin    ➔  GPIO 5 (D5) ESP32</a:t>
            </a:r>
            <a:br/>
            <a:r>
              <a:t>   • Echo Pin    ➔  GPIO 19 (D19) ESP32</a:t>
            </a:r>
            <a:br/>
            <a:br/>
            <a:r>
              <a:t>B. Indikator Bawaan (Onboard):</a:t>
            </a:r>
            <a:br/>
            <a:r>
              <a:t>   • LED Biru Bawaan Board (GPIO 2) otomatis berkedip saat mendeteksi barang cacat tanpa kabel tambahan!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Tampilan Dashboard: UI/UX &amp; Visualisasi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Simulasi Jalur Konveyor Interaktif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Bilik animasi pergerakan barang dan respon laser sensor secara visual (Hijau = Lolos, Merah Flash = Cacat).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109728" cy="2103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Kartu Metrik KPI Real-Time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Menampilkan Total Barang Diperiksa, Jumlah Barang Lolos (%), Jumlah Cacat (%), dan Laju Kecepatan Aliran (item/menit).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9728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Grafik Analitik Fluktuasi &amp; Rasio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Grafik Donut untuk perbandingan kualitas Pass vs Defect dan Grafik Garis untuk memantau fluktuasi sinyal sensor.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Filter Batch Jangkauan Riwayat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Dropdown filter cerdas pada grafik untuk memilih jangkauan: 10 Data Terakhir, 25 Data, 50 Data, atau Seluruh Riwayat.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Fitur Unggulan Simulator &amp; Manajemen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🎮 Simulator Terintegrasi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Tambah Barang Lolos (+OK)</a:t>
            </a:r>
            <a:br/>
            <a:r>
              <a:t>• Tambah Barang Cacat (+Defect) dengan randomisasi alasan cacat</a:t>
            </a:r>
            <a:br/>
            <a:r>
              <a:t>• Mode Auto Simulasi dengan slider kecepatan &amp; peluang cacat</a:t>
            </a:r>
            <a:br/>
            <a:r>
              <a:t>• Input Manual Parameter Kustom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55448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0016" y="182880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🔊 Haptic Audio &amp; Responsif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Web Audio API Synthesizer (bunyi beep lolos &amp; nada alarm cacat)</a:t>
            </a:r>
            <a:br/>
            <a:r>
              <a:t>• Mode Gelap / Terang (Light &amp; Dark Theme Switcher)</a:t>
            </a:r>
            <a:br/>
            <a:r>
              <a:t>• Animasi Toast Notification otomatis saat data masuk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554480"/>
            <a:ext cx="3328416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1828800"/>
            <a:ext cx="2743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📊 Ledger, Pagination &amp; CSV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• Tabel Log Riwayat dengan pagination lengkap (5, 10, 25, 50, Semua baris)</a:t>
            </a:r>
            <a:br/>
            <a:r>
              <a:t>• Pencarian ID Barang &amp; Filter Status</a:t>
            </a:r>
            <a:br/>
            <a:r>
              <a:t>• Export Laporan ke format CSV/Excel</a:t>
            </a:r>
            <a:br/>
            <a:r>
              <a:t>• Dialog Reset Data Multi-Pilihan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Hasil Pengujian &amp; Analisis Kinerja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9728" cy="2103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Skenario 1: Deteksi Barang Normal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Kondisi: Sinyal sensor berada dalam batas toleransi standar.</a:t>
            </a:r>
            <a:br/>
            <a:r>
              <a:t>Hasil: Dashboard mencatat status LOLOS (OK), LED Hijau menyala, buzzer nada pendek, counter lolos bertambah.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109728" cy="21031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Skenario 2: Deteksi Barang Cacat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Kondisi: Terjadi deviasi ukuran / reflektansi di luar ambang batas.</a:t>
            </a:r>
            <a:br/>
            <a:r>
              <a:t>Hasil: Dashboard mencatat status CACAT (DEFECT), alarm buzzer 2-nada berbunyi, servo rejector aktif.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Pengujian Latensi &amp; Throughput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Kondisi: Pengujian pengiriman data beruntun dari ESP32 ke Web.</a:t>
            </a:r>
            <a:br/>
            <a:r>
              <a:t>Hasil: Rata-rata latensi pengiriman &lt; 40ms, visualisasi grafik diperbarui instan tanpa jeda rendering.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109728" cy="21031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Keandalan Penyimpanan (Persistence)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Kondisi: Refresh halaman web atau restart browser.</a:t>
            </a:r>
            <a:br/>
            <a:r>
              <a:t>Hasil: Data metrik dan riwayat log tetap tersimpan aman melalui mekanisme LocalStorage terstruktur.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lus Jakarta Sans"/>
              </a:defRPr>
            </a:pPr>
            <a:r>
              <a:t>TUGAS PENGEMBANGAN DASHBOARD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Plus Jakarta Sans"/>
              </a:defRPr>
            </a:pPr>
            <a:r>
              <a:t>Kesimpulan &amp; Rencana Pengembangan Masa Depan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Kesimpulan Proyek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1. Berhasil Mengimplementasikan Seluruh Syarat Tugas:</a:t>
            </a:r>
            <a:br/>
            <a:r>
              <a:t>   Visualisasi data, Web Dashboard modern, Mobile Responsive, dan Real-time Data Streaming.</a:t>
            </a:r>
            <a:br/>
            <a:br/>
            <a:r>
              <a:t>2. Otomasi Quality Control Efektif:</a:t>
            </a:r>
            <a:br/>
            <a:r>
              <a:t>   Mengeliminasi kesalahan pencatatan manual dan mempercepat deteksi barang cacat.</a:t>
            </a:r>
            <a:br/>
            <a:br/>
            <a:r>
              <a:t>3. Pengujian Mandiri yang Fleksibel:</a:t>
            </a:r>
            <a:br/>
            <a:r>
              <a:t>   Fitur simulator memungkinkan verifikasi logika sistem secara penuh bahkan sebelum komponen fisik dirakit.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Rencana Pengembangan Masa Depan</a:t>
            </a:r>
          </a:p>
          <a:p>
            <a:pPr>
              <a:spcBef>
                <a:spcPts val="800"/>
              </a:spcBef>
              <a:defRPr sz="1150">
                <a:solidFill>
                  <a:srgbClr val="475569"/>
                </a:solidFill>
              </a:defRPr>
            </a:pPr>
            <a:r>
              <a:t>1. Integrasi Cloud Database (Firebase / ThingsBoard):</a:t>
            </a:r>
            <a:br/>
            <a:r>
              <a:t>   Menyimpan data jutaan transaksi inspeksi di server cloud global.</a:t>
            </a:r>
            <a:br/>
            <a:br/>
            <a:r>
              <a:t>2. Protokol IoT Ringan (MQTT Broker):</a:t>
            </a:r>
            <a:br/>
            <a:r>
              <a:t>   Meningkatkan efisiensi bandwidth transmisi data sensor berkecepatan tinggi.</a:t>
            </a:r>
            <a:br/>
            <a:br/>
            <a:r>
              <a:t>3. Computer Vision / ESP32-CAM:</a:t>
            </a:r>
            <a:br/>
            <a:r>
              <a:t>   Menggabungkan sensor jarak/cahaya dengan kamera AI untuk klasifikasi cacat visual yang lebih kompleks.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46704" y="1463040"/>
            <a:ext cx="548640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0" y="182880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Terima Kasih!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10B981"/>
                </a:solidFill>
                <a:latin typeface="Plus Jakarta Sans"/>
              </a:defRPr>
            </a:pPr>
            <a:r>
              <a:t>Sesi Tanya Jawab &amp; Demonstrasi Langsung</a:t>
            </a:r>
          </a:p>
          <a:p>
            <a:pPr algn="ctr">
              <a:spcBef>
                <a:spcPts val="1600"/>
              </a:spcBef>
              <a:defRPr sz="1200">
                <a:solidFill>
                  <a:srgbClr val="94A3B8"/>
                </a:solidFill>
                <a:latin typeface="Plus Jakarta Sans"/>
              </a:defRPr>
            </a:pPr>
            <a:r>
              <a:t>Smart QC Dashboard • IoT Real-Time Monitoring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